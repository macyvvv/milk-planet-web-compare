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8e611c5b2c4e12" /><Relationship Type="http://schemas.openxmlformats.org/officeDocument/2006/relationships/extended-properties" Target="/docProps/app.xml" Id="Rd85ac7b34e2f4bb3" /><Relationship Type="http://schemas.openxmlformats.org/officeDocument/2006/relationships/officeDocument" Target="/ppt/presentation.xml" Id="R9baf6f87bd9f4a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f76eed0eb241bf"/>
  </p:sldMasterIdLst>
  <p:notesMasterIdLst>
    <p:notesMasterId xmlns:r="http://schemas.openxmlformats.org/officeDocument/2006/relationships" r:id="R4d469b7138ba4743"/>
  </p:notesMasterIdLst>
  <p:sldIdLst>
    <p:sldId xmlns:r="http://schemas.openxmlformats.org/officeDocument/2006/relationships" id="256" r:id="R69a2767074994a23"/>
    <p:sldId xmlns:r="http://schemas.openxmlformats.org/officeDocument/2006/relationships" id="257" r:id="Rfa81454d04ca40c4"/>
    <p:sldId xmlns:r="http://schemas.openxmlformats.org/officeDocument/2006/relationships" id="258" r:id="R555c11f28624496c"/>
    <p:sldId xmlns:r="http://schemas.openxmlformats.org/officeDocument/2006/relationships" id="259" r:id="R8120fadc01ce4dec"/>
    <p:sldId xmlns:r="http://schemas.openxmlformats.org/officeDocument/2006/relationships" id="260" r:id="R198ec63100724b79"/>
    <p:sldId xmlns:r="http://schemas.openxmlformats.org/officeDocument/2006/relationships" id="261" r:id="Re360a5110da74fcb"/>
    <p:sldId xmlns:r="http://schemas.openxmlformats.org/officeDocument/2006/relationships" id="262" r:id="Rd0840fb33b3e4f47"/>
    <p:sldId xmlns:r="http://schemas.openxmlformats.org/officeDocument/2006/relationships" id="263" r:id="R729fba5f733d48c3"/>
    <p:sldId xmlns:r="http://schemas.openxmlformats.org/officeDocument/2006/relationships" id="264" r:id="Ra9a51f29d9114bc4"/>
    <p:sldId xmlns:r="http://schemas.openxmlformats.org/officeDocument/2006/relationships" id="265" r:id="Redf0ffd1fc1b4458"/>
    <p:sldId xmlns:r="http://schemas.openxmlformats.org/officeDocument/2006/relationships" id="266" r:id="Ref16324ddb6147f5"/>
    <p:sldId xmlns:r="http://schemas.openxmlformats.org/officeDocument/2006/relationships" id="267" r:id="R3c124c6b58ec4cfb"/>
    <p:sldId xmlns:r="http://schemas.openxmlformats.org/officeDocument/2006/relationships" id="268" r:id="Re8cc9ab945164c63"/>
    <p:sldId xmlns:r="http://schemas.openxmlformats.org/officeDocument/2006/relationships" id="269" r:id="R7a31bfe95f644e9a"/>
    <p:sldId xmlns:r="http://schemas.openxmlformats.org/officeDocument/2006/relationships" id="270" r:id="R5088c5d35cac48f0"/>
    <p:sldId xmlns:r="http://schemas.openxmlformats.org/officeDocument/2006/relationships" id="271" r:id="R0c8112ab36ed4e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76a98f12d4483f" /><Relationship Type="http://schemas.openxmlformats.org/officeDocument/2006/relationships/slideMaster" Target="/ppt/slideMasters/slideMaster1.xml" Id="Ra8f76eed0eb241bf" /><Relationship Type="http://schemas.openxmlformats.org/officeDocument/2006/relationships/notesMaster" Target="/ppt/notesMasters/notesMaster1.xml" Id="R4d469b7138ba4743" /><Relationship Type="http://schemas.openxmlformats.org/officeDocument/2006/relationships/presProps" Target="/ppt/presProps.xml" Id="Rddf2c1b55b28465f" /><Relationship Type="http://schemas.openxmlformats.org/officeDocument/2006/relationships/viewProps" Target="/ppt/viewProps.xml" Id="R378aa4b655de4683" /><Relationship Type="http://schemas.openxmlformats.org/officeDocument/2006/relationships/tableStyles" Target="/ppt/tableStyles.xml" Id="R2e6636412e444a4e" /><Relationship Type="http://schemas.openxmlformats.org/officeDocument/2006/relationships/slide" Target="/ppt/slides/slide1.xml" Id="R69a2767074994a23" /><Relationship Type="http://schemas.openxmlformats.org/officeDocument/2006/relationships/slide" Target="/ppt/slides/slide2.xml" Id="Rfa81454d04ca40c4" /><Relationship Type="http://schemas.openxmlformats.org/officeDocument/2006/relationships/slide" Target="/ppt/slides/slide3.xml" Id="R555c11f28624496c" /><Relationship Type="http://schemas.openxmlformats.org/officeDocument/2006/relationships/slide" Target="/ppt/slides/slide4.xml" Id="R8120fadc01ce4dec" /><Relationship Type="http://schemas.openxmlformats.org/officeDocument/2006/relationships/slide" Target="/ppt/slides/slide5.xml" Id="R198ec63100724b79" /><Relationship Type="http://schemas.openxmlformats.org/officeDocument/2006/relationships/slide" Target="/ppt/slides/slide6.xml" Id="Re360a5110da74fcb" /><Relationship Type="http://schemas.openxmlformats.org/officeDocument/2006/relationships/slide" Target="/ppt/slides/slide7.xml" Id="Rd0840fb33b3e4f47" /><Relationship Type="http://schemas.openxmlformats.org/officeDocument/2006/relationships/slide" Target="/ppt/slides/slide8.xml" Id="R729fba5f733d48c3" /><Relationship Type="http://schemas.openxmlformats.org/officeDocument/2006/relationships/slide" Target="/ppt/slides/slide9.xml" Id="Ra9a51f29d9114bc4" /><Relationship Type="http://schemas.openxmlformats.org/officeDocument/2006/relationships/slide" Target="/ppt/slides/slide10.xml" Id="Redf0ffd1fc1b4458" /><Relationship Type="http://schemas.openxmlformats.org/officeDocument/2006/relationships/slide" Target="/ppt/slides/slide11.xml" Id="Ref16324ddb6147f5" /><Relationship Type="http://schemas.openxmlformats.org/officeDocument/2006/relationships/slide" Target="/ppt/slides/slide12.xml" Id="R3c124c6b58ec4cfb" /><Relationship Type="http://schemas.openxmlformats.org/officeDocument/2006/relationships/slide" Target="/ppt/slides/slide13.xml" Id="Re8cc9ab945164c63" /><Relationship Type="http://schemas.openxmlformats.org/officeDocument/2006/relationships/slide" Target="/ppt/slides/slide14.xml" Id="R7a31bfe95f644e9a" /><Relationship Type="http://schemas.openxmlformats.org/officeDocument/2006/relationships/slide" Target="/ppt/slides/slide15.xml" Id="R5088c5d35cac48f0" /><Relationship Type="http://schemas.openxmlformats.org/officeDocument/2006/relationships/slide" Target="/ppt/slides/slide16.xml" Id="R0c8112ab36ed4e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6de89280c145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0b87987b4e43f7" /><Relationship Type="http://schemas.openxmlformats.org/officeDocument/2006/relationships/notesMaster" Target="/ppt/notesMasters/notesMaster1.xml" Id="R93e2edc72a1946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a9650ed5d14f65" /><Relationship Type="http://schemas.openxmlformats.org/officeDocument/2006/relationships/notesMaster" Target="/ppt/notesMasters/notesMaster1.xml" Id="R33fa9082027340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9adc97c9bd41d2" /><Relationship Type="http://schemas.openxmlformats.org/officeDocument/2006/relationships/notesMaster" Target="/ppt/notesMasters/notesMaster1.xml" Id="R9e1ff8b9ba0c42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50a9c59f094e84" /><Relationship Type="http://schemas.openxmlformats.org/officeDocument/2006/relationships/notesMaster" Target="/ppt/notesMasters/notesMaster1.xml" Id="Racac824372f84e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69e62837034c3c" /><Relationship Type="http://schemas.openxmlformats.org/officeDocument/2006/relationships/notesMaster" Target="/ppt/notesMasters/notesMaster1.xml" Id="Ra60c0ceeda1d4e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1b4becec904542" /><Relationship Type="http://schemas.openxmlformats.org/officeDocument/2006/relationships/notesMaster" Target="/ppt/notesMasters/notesMaster1.xml" Id="R101f422f284d47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c6d65e02e84af0" /><Relationship Type="http://schemas.openxmlformats.org/officeDocument/2006/relationships/notesMaster" Target="/ppt/notesMasters/notesMaster1.xml" Id="R449fd2db9cb748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9f3109a7f4496e" /><Relationship Type="http://schemas.openxmlformats.org/officeDocument/2006/relationships/notesMaster" Target="/ppt/notesMasters/notesMaster1.xml" Id="Rbb5f817f369148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f1b9acf3f44853" /><Relationship Type="http://schemas.openxmlformats.org/officeDocument/2006/relationships/notesMaster" Target="/ppt/notesMasters/notesMaster1.xml" Id="Rde73515b24494c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f449b607e94e16" /><Relationship Type="http://schemas.openxmlformats.org/officeDocument/2006/relationships/notesMaster" Target="/ppt/notesMasters/notesMaster1.xml" Id="R8bb180be5a8141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2091eea4e64041" /><Relationship Type="http://schemas.openxmlformats.org/officeDocument/2006/relationships/notesMaster" Target="/ppt/notesMasters/notesMaster1.xml" Id="Ra4b67787836c42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bac9441a224d7c" /><Relationship Type="http://schemas.openxmlformats.org/officeDocument/2006/relationships/notesMaster" Target="/ppt/notesMasters/notesMaster1.xml" Id="R5108191893fc47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e4d69c5e8e455d" /><Relationship Type="http://schemas.openxmlformats.org/officeDocument/2006/relationships/notesMaster" Target="/ppt/notesMasters/notesMaster1.xml" Id="R22d782d7f15e45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4f42c1ff18494e" /><Relationship Type="http://schemas.openxmlformats.org/officeDocument/2006/relationships/notesMaster" Target="/ppt/notesMasters/notesMaster1.xml" Id="Rb3a59d569a4540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3f77b84a41470a" /><Relationship Type="http://schemas.openxmlformats.org/officeDocument/2006/relationships/notesMaster" Target="/ppt/notesMasters/notesMaster1.xml" Id="R12c32f4f1d0a40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e564a3f5524778" /><Relationship Type="http://schemas.openxmlformats.org/officeDocument/2006/relationships/notesMaster" Target="/ppt/notesMasters/notesMaster1.xml" Id="Rad14abd6064d40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https://milk-planet.com/（2026-08-07取得）</a:t>
            </a:r>
          </a:p>
          <a:p xmlns:a="http://schemas.openxmlformats.org/drawingml/2006/main"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https://macyvvv.github.io/milk-planet-web-compare/proposal/branch5/okyuji/index.html（2026-08-07取得）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7774096894bb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f29a245ef44c6f" /><Relationship Type="http://schemas.openxmlformats.org/officeDocument/2006/relationships/slideLayout" Target="/ppt/slideLayouts/slideLayout1.xml" Id="Rfd00440717e54ff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00440717e54ff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80aecfe7841b1" /><Relationship Type="http://schemas.openxmlformats.org/officeDocument/2006/relationships/image" Target="/ppt/media/image.png" Id="Rec1318fb13f24a3b" /><Relationship Type="http://schemas.openxmlformats.org/officeDocument/2006/relationships/notesSlide" Target="/ppt/notesSlides/notesSlide1.xml" Id="R26e5e75fef9941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2cb14f65b4221" /><Relationship Type="http://schemas.openxmlformats.org/officeDocument/2006/relationships/image" Target="/ppt/media/image2.png" Id="R92f406f2ff9d4916" /><Relationship Type="http://schemas.openxmlformats.org/officeDocument/2006/relationships/notesSlide" Target="/ppt/notesSlides/notesSlide2.xml" Id="R9538d19ad77142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7e4dad8b14fb3" /><Relationship Type="http://schemas.openxmlformats.org/officeDocument/2006/relationships/image" Target="/ppt/media/image3.png" Id="R72ed4f8a0f874ff3" /><Relationship Type="http://schemas.openxmlformats.org/officeDocument/2006/relationships/notesSlide" Target="/ppt/notesSlides/notesSlide3.xml" Id="Re2303142b1dc49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246532625455a" /><Relationship Type="http://schemas.openxmlformats.org/officeDocument/2006/relationships/image" Target="/ppt/media/image4.png" Id="R813a7872a8cf4030" /><Relationship Type="http://schemas.openxmlformats.org/officeDocument/2006/relationships/notesSlide" Target="/ppt/notesSlides/notesSlide4.xml" Id="R724a8715e24d43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34a869bb64fc7" /><Relationship Type="http://schemas.openxmlformats.org/officeDocument/2006/relationships/image" Target="/ppt/media/image5.png" Id="R0fb9b7466aa547ee" /><Relationship Type="http://schemas.openxmlformats.org/officeDocument/2006/relationships/notesSlide" Target="/ppt/notesSlides/notesSlide5.xml" Id="Rc4ae174cc92d47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20aee98b9407c" /><Relationship Type="http://schemas.openxmlformats.org/officeDocument/2006/relationships/image" Target="/ppt/media/image6.png" Id="R9f884f363dd949df" /><Relationship Type="http://schemas.openxmlformats.org/officeDocument/2006/relationships/image" Target="/ppt/media/image7.png" Id="R3df3893a0e134a35" /><Relationship Type="http://schemas.openxmlformats.org/officeDocument/2006/relationships/notesSlide" Target="/ppt/notesSlides/notesSlide6.xml" Id="R0f24fed3196744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0a8cf47274703" /><Relationship Type="http://schemas.openxmlformats.org/officeDocument/2006/relationships/image" Target="/ppt/media/image8.png" Id="Re6e9d90520354f8f" /><Relationship Type="http://schemas.openxmlformats.org/officeDocument/2006/relationships/notesSlide" Target="/ppt/notesSlides/notesSlide7.xml" Id="Rc32e5cf4d96143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8d18a0a9240ce" /><Relationship Type="http://schemas.openxmlformats.org/officeDocument/2006/relationships/image" Target="/ppt/media/image9.png" Id="Rf9046e9a8a934bc5" /><Relationship Type="http://schemas.openxmlformats.org/officeDocument/2006/relationships/notesSlide" Target="/ppt/notesSlides/notesSlide8.xml" Id="R6d2e9a7be58a4c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a4ce09b804b04" /><Relationship Type="http://schemas.openxmlformats.org/officeDocument/2006/relationships/image" Target="/ppt/media/image10.png" Id="Rba5ab2041da64c09" /><Relationship Type="http://schemas.openxmlformats.org/officeDocument/2006/relationships/notesSlide" Target="/ppt/notesSlides/notesSlide9.xml" Id="Rbc369eb633ec4f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dea019ab240a4" /><Relationship Type="http://schemas.openxmlformats.org/officeDocument/2006/relationships/image" Target="/ppt/media/image11.png" Id="R957a6515940444f8" /><Relationship Type="http://schemas.openxmlformats.org/officeDocument/2006/relationships/notesSlide" Target="/ppt/notesSlides/notesSlide10.xml" Id="Re301a1d899e444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97eb229f04b53" /><Relationship Type="http://schemas.openxmlformats.org/officeDocument/2006/relationships/image" Target="/ppt/media/image12.png" Id="Rd8d41a7415af4ace" /><Relationship Type="http://schemas.openxmlformats.org/officeDocument/2006/relationships/notesSlide" Target="/ppt/notesSlides/notesSlide11.xml" Id="R261a2ccdecea4c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bde08782642d3" /><Relationship Type="http://schemas.openxmlformats.org/officeDocument/2006/relationships/image" Target="/ppt/media/image13.png" Id="Ra6f889d447264822" /><Relationship Type="http://schemas.openxmlformats.org/officeDocument/2006/relationships/image" Target="/ppt/media/image14.png" Id="R932e03a8ab864c08" /><Relationship Type="http://schemas.openxmlformats.org/officeDocument/2006/relationships/notesSlide" Target="/ppt/notesSlides/notesSlide12.xml" Id="R7b281278d50a4f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8ed717dcf45a0" /><Relationship Type="http://schemas.openxmlformats.org/officeDocument/2006/relationships/image" Target="/ppt/media/image15.png" Id="Rc30ba209d3374392" /><Relationship Type="http://schemas.openxmlformats.org/officeDocument/2006/relationships/notesSlide" Target="/ppt/notesSlides/notesSlide13.xml" Id="R9b4bc041e5c649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25cbf4cdf47cd" /><Relationship Type="http://schemas.openxmlformats.org/officeDocument/2006/relationships/image" Target="/ppt/media/image16.png" Id="Ra7c0bb2383bd45c7" /><Relationship Type="http://schemas.openxmlformats.org/officeDocument/2006/relationships/notesSlide" Target="/ppt/notesSlides/notesSlide14.xml" Id="Rfddfeaded77c4d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454b120814de6" /><Relationship Type="http://schemas.openxmlformats.org/officeDocument/2006/relationships/image" Target="/ppt/media/image17.png" Id="R127626c329894dd0" /><Relationship Type="http://schemas.openxmlformats.org/officeDocument/2006/relationships/notesSlide" Target="/ppt/notesSlides/notesSlide15.xml" Id="Rc0e3714f869246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3e6722dd1481c" /><Relationship Type="http://schemas.openxmlformats.org/officeDocument/2006/relationships/image" Target="/ppt/media/image18.png" Id="R31305580edc946a6" /><Relationship Type="http://schemas.openxmlformats.org/officeDocument/2006/relationships/notesSlide" Target="/ppt/notesSlides/notesSlide16.xml" Id="Rec276800b48b4778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c1318fb13f24a3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62296823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2f406f2ff9d491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15977136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2ed4f8a0f874ff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84662559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13a7872a8cf403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29067762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fb9b7466aa547e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080567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D534463-E0D7-4A36-AAAA-D7508D5C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3D6D4291-8078-40AA-99B6-79ED68E2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7E7851-1CC8-48F1-9CF0-ABA0FAB3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5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実画面比較：メニューは「探す」から「選ぶ」へ</a:t>
            </a:r>
          </a:p>
        </p:txBody>
      </p:sp>
      <p:sp>
        <p:nvSpPr>
          <p:cNvPr id="4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DFEC90F4-9348-4703-9633-80B1E482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48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supplement-number">
            <a:extLst xmlns:a="http://schemas.openxmlformats.org/drawingml/2006/main">
              <a:ext uri="{FF2B5EF4-FFF2-40B4-BE49-F238E27FC236}">
                <a16:creationId xmlns:a16="http://schemas.microsoft.com/office/drawing/2014/main" id="{F22E342E-6205-419F-B687-26FEA96E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補足 1/4</a:t>
            </a:r>
          </a:p>
        </p:txBody>
      </p:sp>
      <p:sp>
        <p:nvSpPr>
          <p:cNvPr id="6" name="current-label-box">
            <a:extLst xmlns:a="http://schemas.openxmlformats.org/drawingml/2006/main">
              <a:ext uri="{FF2B5EF4-FFF2-40B4-BE49-F238E27FC236}">
                <a16:creationId xmlns:a16="http://schemas.microsoft.com/office/drawing/2014/main" id="{0F6F14B6-CEFE-4508-9BE8-DAD44C40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485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F1F1F1"/>
            </a:solidFill>
            <a:prstDash val="solid"/>
          </a:ln>
        </p:spPr>
      </p:sp>
      <p:sp>
        <p:nvSpPr>
          <p:cNvPr id="7" name="current-label">
            <a:extLst xmlns:a="http://schemas.openxmlformats.org/drawingml/2006/main">
              <a:ext uri="{FF2B5EF4-FFF2-40B4-BE49-F238E27FC236}">
                <a16:creationId xmlns:a16="http://schemas.microsoft.com/office/drawing/2014/main" id="{B91EA650-C4C7-49A5-84CE-5CCCAB70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現行サイト</a:t>
            </a:r>
          </a:p>
        </p:txBody>
      </p:sp>
      <p:sp>
        <p:nvSpPr>
          <p:cNvPr id="8" name="proposal-label-box">
            <a:extLst xmlns:a="http://schemas.openxmlformats.org/drawingml/2006/main">
              <a:ext uri="{FF2B5EF4-FFF2-40B4-BE49-F238E27FC236}">
                <a16:creationId xmlns:a16="http://schemas.microsoft.com/office/drawing/2014/main" id="{B64BE9B0-33EF-49A6-A6C1-C4438C39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62075"/>
            <a:ext cx="485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9" name="proposal-label">
            <a:extLst xmlns:a="http://schemas.openxmlformats.org/drawingml/2006/main">
              <a:ext uri="{FF2B5EF4-FFF2-40B4-BE49-F238E27FC236}">
                <a16:creationId xmlns:a16="http://schemas.microsoft.com/office/drawing/2014/main" id="{DE88FD1E-9041-4173-951E-74C52E29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620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branch5 改修案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84f363dd949df"/>
          <a:srcRect xmlns:a="http://schemas.openxmlformats.org/drawingml/2006/main" l="39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819275"/>
            <a:ext cx="4857750" cy="3038475"/>
          </a:xfrm>
          <a:prstGeom xmlns:a="http://schemas.openxmlformats.org/drawingml/2006/main" prst="roundRect">
            <a:avLst>
              <a:gd name="adj" fmla="val 3762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3893a0e134a35"/>
          <a:srcRect xmlns:a="http://schemas.openxmlformats.org/drawingml/2006/main" l="39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1819275"/>
            <a:ext cx="4857750" cy="3038475"/>
          </a:xfrm>
          <a:prstGeom xmlns:a="http://schemas.openxmlformats.org/drawingml/2006/main" prst="roundRect">
            <a:avLst>
              <a:gd name="adj" fmla="val 3762"/>
            </a:avLst>
          </a:prstGeom>
        </p:spPr>
      </p:pic>
      <p:sp>
        <p:nvSpPr>
          <p:cNvPr id="12" name="compare-summary-band">
            <a:extLst xmlns:a="http://schemas.openxmlformats.org/drawingml/2006/main">
              <a:ext uri="{FF2B5EF4-FFF2-40B4-BE49-F238E27FC236}">
                <a16:creationId xmlns:a16="http://schemas.microsoft.com/office/drawing/2014/main" id="{6ACFB571-41B9-4B3E-BEB9-6D76E613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0706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13" name="compare-summary">
            <a:extLst xmlns:a="http://schemas.openxmlformats.org/drawingml/2006/main">
              <a:ext uri="{FF2B5EF4-FFF2-40B4-BE49-F238E27FC236}">
                <a16:creationId xmlns:a16="http://schemas.microsoft.com/office/drawing/2014/main" id="{D76AEB7F-8BBC-4446-91AB-B7117083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86375"/>
            <a:ext cx="1013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固定された「めにゅう」から、店舗・キャスト・予定・料金・通販へ同じ操作で移動。</a:t>
            </a:r>
          </a:p>
          <a:p xmlns:a="http://schemas.openxmlformats.org/drawingml/2006/main">
            <a:pPr algn="ctr"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画面をスクロールしても、目的別の入口を見失わない。</a:t>
            </a:r>
          </a:p>
        </p:txBody>
      </p:sp>
    </p:spTree>
    <p:extLst>
      <p:ext uri="{BB962C8B-B14F-4D97-AF65-F5344CB8AC3E}">
        <p14:creationId xmlns:p14="http://schemas.microsoft.com/office/powerpoint/2010/main" val="176193331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6e9d90520354f8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069174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D1C8B0F-D3D3-4C0A-8599-C1C32FC6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ED175278-41B2-49FA-BEEA-B6F875F9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7F8B4C-6160-40C0-9F07-65286987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5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実画面：「おきゅうじ よてい」を公式サイトへ集約</a:t>
            </a:r>
          </a:p>
        </p:txBody>
      </p:sp>
      <p:sp>
        <p:nvSpPr>
          <p:cNvPr id="4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0CD2DA70-0AD2-46F0-B405-F0FD6B8B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48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supplement-number">
            <a:extLst xmlns:a="http://schemas.openxmlformats.org/drawingml/2006/main">
              <a:ext uri="{FF2B5EF4-FFF2-40B4-BE49-F238E27FC236}">
                <a16:creationId xmlns:a16="http://schemas.microsoft.com/office/drawing/2014/main" id="{E7F2E228-C392-4556-83ED-5C0CAF02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補足 2/4</a:t>
            </a:r>
          </a:p>
        </p:txBody>
      </p:sp>
      <p:sp>
        <p:nvSpPr>
          <p:cNvPr id="6" name="schedule-frame">
            <a:extLst xmlns:a="http://schemas.openxmlformats.org/drawingml/2006/main">
              <a:ext uri="{FF2B5EF4-FFF2-40B4-BE49-F238E27FC236}">
                <a16:creationId xmlns:a16="http://schemas.microsoft.com/office/drawing/2014/main" id="{2FF35DF3-B061-4589-8AA8-A78EA0DD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695325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8F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46e9a8a934bc5"/>
          <a:srcRect xmlns:a="http://schemas.openxmlformats.org/drawingml/2006/main" l="2182" t="0" r="21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466850"/>
            <a:ext cx="6762750" cy="4419600"/>
          </a:xfrm>
          <a:prstGeom xmlns:a="http://schemas.openxmlformats.org/drawingml/2006/main" prst="roundRect">
            <a:avLst>
              <a:gd name="adj" fmla="val 2586"/>
            </a:avLst>
          </a:prstGeom>
        </p:spPr>
      </p:pic>
      <p:sp>
        <p:nvSpPr>
          <p:cNvPr id="8" name="schedule-point-1-number-circle">
            <a:extLst xmlns:a="http://schemas.openxmlformats.org/drawingml/2006/main">
              <a:ext uri="{FF2B5EF4-FFF2-40B4-BE49-F238E27FC236}">
                <a16:creationId xmlns:a16="http://schemas.microsoft.com/office/drawing/2014/main" id="{8827AC2E-AC7B-479D-B0A9-9CD3F50C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9" name="schedule-point-1-number">
            <a:extLst xmlns:a="http://schemas.openxmlformats.org/drawingml/2006/main">
              <a:ext uri="{FF2B5EF4-FFF2-40B4-BE49-F238E27FC236}">
                <a16:creationId xmlns:a16="http://schemas.microsoft.com/office/drawing/2014/main" id="{B217AA20-8CCB-4651-B734-C6A3A31F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478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chedule-point-1-heading">
            <a:extLst xmlns:a="http://schemas.openxmlformats.org/drawingml/2006/main">
              <a:ext uri="{FF2B5EF4-FFF2-40B4-BE49-F238E27FC236}">
                <a16:creationId xmlns:a16="http://schemas.microsoft.com/office/drawing/2014/main" id="{00DAC163-A59C-4222-B683-CF21C7ED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002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一覧で比較</a:t>
            </a:r>
          </a:p>
        </p:txBody>
      </p:sp>
      <p:sp>
        <p:nvSpPr>
          <p:cNvPr id="11" name="schedule-point-1-body">
            <a:extLst xmlns:a="http://schemas.openxmlformats.org/drawingml/2006/main">
              <a:ext uri="{FF2B5EF4-FFF2-40B4-BE49-F238E27FC236}">
                <a16:creationId xmlns:a16="http://schemas.microsoft.com/office/drawing/2014/main" id="{C1FA0B48-D2EB-4A60-895E-CECF887E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複数店舗の予定を、同じページ内で確認できる。</a:t>
            </a:r>
          </a:p>
        </p:txBody>
      </p:sp>
      <p:sp>
        <p:nvSpPr>
          <p:cNvPr id="12" name="schedule-point-2-number-circle">
            <a:extLst xmlns:a="http://schemas.openxmlformats.org/drawingml/2006/main">
              <a:ext uri="{FF2B5EF4-FFF2-40B4-BE49-F238E27FC236}">
                <a16:creationId xmlns:a16="http://schemas.microsoft.com/office/drawing/2014/main" id="{D8633423-C117-4655-AFF8-A0DFD014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13" name="schedule-point-2-number">
            <a:extLst xmlns:a="http://schemas.openxmlformats.org/drawingml/2006/main">
              <a:ext uri="{FF2B5EF4-FFF2-40B4-BE49-F238E27FC236}">
                <a16:creationId xmlns:a16="http://schemas.microsoft.com/office/drawing/2014/main" id="{F339FE02-9F40-4D64-AEED-55E46063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860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schedule-point-2-heading">
            <a:extLst xmlns:a="http://schemas.openxmlformats.org/drawingml/2006/main">
              <a:ext uri="{FF2B5EF4-FFF2-40B4-BE49-F238E27FC236}">
                <a16:creationId xmlns:a16="http://schemas.microsoft.com/office/drawing/2014/main" id="{29A9E8CF-6751-457A-AAB2-42CD39B6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店舗投稿へ直結</a:t>
            </a:r>
          </a:p>
        </p:txBody>
      </p:sp>
      <p:sp>
        <p:nvSpPr>
          <p:cNvPr id="15" name="schedule-point-2-body">
            <a:extLst xmlns:a="http://schemas.openxmlformats.org/drawingml/2006/main">
              <a:ext uri="{FF2B5EF4-FFF2-40B4-BE49-F238E27FC236}">
                <a16:creationId xmlns:a16="http://schemas.microsoft.com/office/drawing/2014/main" id="{022B25BD-9523-4344-9107-62F888D8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8135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各店舗の最新投稿へ移動し、詳細を確認できる。</a:t>
            </a:r>
          </a:p>
        </p:txBody>
      </p:sp>
      <p:sp>
        <p:nvSpPr>
          <p:cNvPr id="16" name="schedule-point-3-number-circle">
            <a:extLst xmlns:a="http://schemas.openxmlformats.org/drawingml/2006/main">
              <a:ext uri="{FF2B5EF4-FFF2-40B4-BE49-F238E27FC236}">
                <a16:creationId xmlns:a16="http://schemas.microsoft.com/office/drawing/2014/main" id="{E3E34B95-F555-4B1A-B2E1-0071E271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17" name="schedule-point-3-number">
            <a:extLst xmlns:a="http://schemas.openxmlformats.org/drawingml/2006/main">
              <a:ext uri="{FF2B5EF4-FFF2-40B4-BE49-F238E27FC236}">
                <a16:creationId xmlns:a16="http://schemas.microsoft.com/office/drawing/2014/main" id="{D31A3EB8-9BAA-4CAD-B694-70E9F09E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243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schedule-point-3-heading">
            <a:extLst xmlns:a="http://schemas.openxmlformats.org/drawingml/2006/main">
              <a:ext uri="{FF2B5EF4-FFF2-40B4-BE49-F238E27FC236}">
                <a16:creationId xmlns:a16="http://schemas.microsoft.com/office/drawing/2014/main" id="{EA0E2BF9-2627-4E15-B705-CE8B1925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767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来店判断を短縮</a:t>
            </a:r>
          </a:p>
        </p:txBody>
      </p:sp>
      <p:sp>
        <p:nvSpPr>
          <p:cNvPr id="19" name="schedule-point-3-body">
            <a:extLst xmlns:a="http://schemas.openxmlformats.org/drawingml/2006/main">
              <a:ext uri="{FF2B5EF4-FFF2-40B4-BE49-F238E27FC236}">
                <a16:creationId xmlns:a16="http://schemas.microsoft.com/office/drawing/2014/main" id="{2C582300-0969-475D-BE00-DFBE360A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96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SNSを個別に探す手間を減らし、来店までの判断を速める。</a:t>
            </a:r>
          </a:p>
        </p:txBody>
      </p:sp>
    </p:spTree>
    <p:extLst>
      <p:ext uri="{BB962C8B-B14F-4D97-AF65-F5344CB8AC3E}">
        <p14:creationId xmlns:p14="http://schemas.microsoft.com/office/powerpoint/2010/main" val="1044121735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a5ab2041da64c0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383021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A18A06B-01C8-4B7D-BF25-41366663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06FA2F85-E457-4763-9E11-BC3F7A8D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ED7AF7-156A-4589-9F2F-49A4899B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5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実画面：BASE通販をブランド別に迷わず選べる</a:t>
            </a:r>
          </a:p>
        </p:txBody>
      </p:sp>
      <p:sp>
        <p:nvSpPr>
          <p:cNvPr id="4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96708DCF-6C7E-4CAD-A69E-BECB9FE3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48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supplement-number">
            <a:extLst xmlns:a="http://schemas.openxmlformats.org/drawingml/2006/main">
              <a:ext uri="{FF2B5EF4-FFF2-40B4-BE49-F238E27FC236}">
                <a16:creationId xmlns:a16="http://schemas.microsoft.com/office/drawing/2014/main" id="{33A89FD8-4B7A-45B2-9CFF-335AD24B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補足 3/4</a:t>
            </a:r>
          </a:p>
        </p:txBody>
      </p:sp>
      <p:sp>
        <p:nvSpPr>
          <p:cNvPr id="6" name="base-frame">
            <a:extLst xmlns:a="http://schemas.openxmlformats.org/drawingml/2006/main">
              <a:ext uri="{FF2B5EF4-FFF2-40B4-BE49-F238E27FC236}">
                <a16:creationId xmlns:a16="http://schemas.microsoft.com/office/drawing/2014/main" id="{26AA5B26-2BB7-4DE7-B1DB-2BA347ED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695325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8F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a6515940444f8"/>
          <a:srcRect xmlns:a="http://schemas.openxmlformats.org/drawingml/2006/main" l="2182" t="0" r="21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466850"/>
            <a:ext cx="6762750" cy="4419600"/>
          </a:xfrm>
          <a:prstGeom xmlns:a="http://schemas.openxmlformats.org/drawingml/2006/main" prst="roundRect">
            <a:avLst>
              <a:gd name="adj" fmla="val 2586"/>
            </a:avLst>
          </a:prstGeom>
        </p:spPr>
      </p:pic>
      <p:sp>
        <p:nvSpPr>
          <p:cNvPr id="8" name="base-point-1-number-circle">
            <a:extLst xmlns:a="http://schemas.openxmlformats.org/drawingml/2006/main">
              <a:ext uri="{FF2B5EF4-FFF2-40B4-BE49-F238E27FC236}">
                <a16:creationId xmlns:a16="http://schemas.microsoft.com/office/drawing/2014/main" id="{C1E0A798-EE2A-4D22-889E-FFB732DB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9" name="base-point-1-number">
            <a:extLst xmlns:a="http://schemas.openxmlformats.org/drawingml/2006/main">
              <a:ext uri="{FF2B5EF4-FFF2-40B4-BE49-F238E27FC236}">
                <a16:creationId xmlns:a16="http://schemas.microsoft.com/office/drawing/2014/main" id="{1D90413A-A81B-42B8-A8E9-1CAC5E17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478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base-point-1-heading">
            <a:extLst xmlns:a="http://schemas.openxmlformats.org/drawingml/2006/main">
              <a:ext uri="{FF2B5EF4-FFF2-40B4-BE49-F238E27FC236}">
                <a16:creationId xmlns:a16="http://schemas.microsoft.com/office/drawing/2014/main" id="{99E70A0D-F02D-44A9-9F9E-E8C5F98C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002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共通入口</a:t>
            </a:r>
          </a:p>
        </p:txBody>
      </p:sp>
      <p:sp>
        <p:nvSpPr>
          <p:cNvPr id="11" name="base-point-1-body">
            <a:extLst xmlns:a="http://schemas.openxmlformats.org/drawingml/2006/main">
              <a:ext uri="{FF2B5EF4-FFF2-40B4-BE49-F238E27FC236}">
                <a16:creationId xmlns:a16="http://schemas.microsoft.com/office/drawing/2014/main" id="{6E55B03A-29D8-40F6-8996-5443461E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どのページからでも「えんかく つうはん」を開ける。</a:t>
            </a:r>
          </a:p>
        </p:txBody>
      </p:sp>
      <p:sp>
        <p:nvSpPr>
          <p:cNvPr id="12" name="base-point-2-number-circle">
            <a:extLst xmlns:a="http://schemas.openxmlformats.org/drawingml/2006/main">
              <a:ext uri="{FF2B5EF4-FFF2-40B4-BE49-F238E27FC236}">
                <a16:creationId xmlns:a16="http://schemas.microsoft.com/office/drawing/2014/main" id="{92D24C05-CEFF-4AE1-9C8B-354A406B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13" name="base-point-2-number">
            <a:extLst xmlns:a="http://schemas.openxmlformats.org/drawingml/2006/main">
              <a:ext uri="{FF2B5EF4-FFF2-40B4-BE49-F238E27FC236}">
                <a16:creationId xmlns:a16="http://schemas.microsoft.com/office/drawing/2014/main" id="{0422BDA6-4A12-4B93-8560-B59FD4D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860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base-point-2-heading">
            <a:extLst xmlns:a="http://schemas.openxmlformats.org/drawingml/2006/main">
              <a:ext uri="{FF2B5EF4-FFF2-40B4-BE49-F238E27FC236}">
                <a16:creationId xmlns:a16="http://schemas.microsoft.com/office/drawing/2014/main" id="{FB704E89-A166-487D-8AC2-B7F8EC0E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ブランド別選択</a:t>
            </a:r>
          </a:p>
        </p:txBody>
      </p:sp>
      <p:sp>
        <p:nvSpPr>
          <p:cNvPr id="15" name="base-point-2-body">
            <a:extLst xmlns:a="http://schemas.openxmlformats.org/drawingml/2006/main">
              <a:ext uri="{FF2B5EF4-FFF2-40B4-BE49-F238E27FC236}">
                <a16:creationId xmlns:a16="http://schemas.microsoft.com/office/drawing/2014/main" id="{D2506EA6-3886-4DF3-81BF-416C7739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8135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利用者が目的の店舗名を見て、そのままBASEへ進める。</a:t>
            </a:r>
          </a:p>
        </p:txBody>
      </p:sp>
      <p:sp>
        <p:nvSpPr>
          <p:cNvPr id="16" name="base-point-3-number-circle">
            <a:extLst xmlns:a="http://schemas.openxmlformats.org/drawingml/2006/main">
              <a:ext uri="{FF2B5EF4-FFF2-40B4-BE49-F238E27FC236}">
                <a16:creationId xmlns:a16="http://schemas.microsoft.com/office/drawing/2014/main" id="{880F502D-7E36-4EE7-8F93-0F4D868C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6D"/>
          </a:solidFill>
          <a:ln xmlns:a="http://schemas.openxmlformats.org/drawingml/2006/main" w="0">
            <a:solidFill>
              <a:srgbClr val="24496D"/>
            </a:solidFill>
            <a:prstDash val="solid"/>
          </a:ln>
        </p:spPr>
      </p:sp>
      <p:sp>
        <p:nvSpPr>
          <p:cNvPr id="17" name="base-point-3-number">
            <a:extLst xmlns:a="http://schemas.openxmlformats.org/drawingml/2006/main">
              <a:ext uri="{FF2B5EF4-FFF2-40B4-BE49-F238E27FC236}">
                <a16:creationId xmlns:a16="http://schemas.microsoft.com/office/drawing/2014/main" id="{F11CBBB9-1D2C-4E3D-9382-400E5C72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243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base-point-3-heading">
            <a:extLst xmlns:a="http://schemas.openxmlformats.org/drawingml/2006/main">
              <a:ext uri="{FF2B5EF4-FFF2-40B4-BE49-F238E27FC236}">
                <a16:creationId xmlns:a16="http://schemas.microsoft.com/office/drawing/2014/main" id="{417C0210-C507-448B-8B18-0D327AB4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767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販売機会を拡張</a:t>
            </a:r>
          </a:p>
        </p:txBody>
      </p:sp>
      <p:sp>
        <p:nvSpPr>
          <p:cNvPr id="19" name="base-point-3-body">
            <a:extLst xmlns:a="http://schemas.openxmlformats.org/drawingml/2006/main">
              <a:ext uri="{FF2B5EF4-FFF2-40B4-BE49-F238E27FC236}">
                <a16:creationId xmlns:a16="http://schemas.microsoft.com/office/drawing/2014/main" id="{AFCEE2AB-9810-469C-901F-B896A4E2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96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通販を知らない来訪者にも、自然な導線で存在を伝える。</a:t>
            </a:r>
          </a:p>
        </p:txBody>
      </p:sp>
    </p:spTree>
    <p:extLst>
      <p:ext uri="{BB962C8B-B14F-4D97-AF65-F5344CB8AC3E}">
        <p14:creationId xmlns:p14="http://schemas.microsoft.com/office/powerpoint/2010/main" val="1024847932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8d41a7415af4ac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96342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CD86DCE-E80D-4A9F-BACB-A0A1B747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3EB186E6-7516-4995-8681-B361C4F8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90A0C5-4196-49D6-AC81-D06D6EC0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5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実画面：固定メニューで情報階層を一か所に整理</a:t>
            </a:r>
          </a:p>
        </p:txBody>
      </p:sp>
      <p:sp>
        <p:nvSpPr>
          <p:cNvPr id="4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73DEEC0E-7D5D-4088-AA86-62CB72A7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48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supplement-number">
            <a:extLst xmlns:a="http://schemas.openxmlformats.org/drawingml/2006/main">
              <a:ext uri="{FF2B5EF4-FFF2-40B4-BE49-F238E27FC236}">
                <a16:creationId xmlns:a16="http://schemas.microsoft.com/office/drawing/2014/main" id="{88AFA4A3-0C61-4CB9-BB62-27ADE308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補足 4/4</a:t>
            </a:r>
          </a:p>
        </p:txBody>
      </p:sp>
      <p:sp>
        <p:nvSpPr>
          <p:cNvPr id="6" name="closed-label-box">
            <a:extLst xmlns:a="http://schemas.openxmlformats.org/drawingml/2006/main">
              <a:ext uri="{FF2B5EF4-FFF2-40B4-BE49-F238E27FC236}">
                <a16:creationId xmlns:a16="http://schemas.microsoft.com/office/drawing/2014/main" id="{AEF5CA2A-05FC-4F34-BBD1-3C71906D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485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7" name="closed-label">
            <a:extLst xmlns:a="http://schemas.openxmlformats.org/drawingml/2006/main">
              <a:ext uri="{FF2B5EF4-FFF2-40B4-BE49-F238E27FC236}">
                <a16:creationId xmlns:a16="http://schemas.microsoft.com/office/drawing/2014/main" id="{18AFEC41-E471-467A-B195-8B6B3E1B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通常表示：写真を主役に</a:t>
            </a:r>
          </a:p>
        </p:txBody>
      </p:sp>
      <p:sp>
        <p:nvSpPr>
          <p:cNvPr id="8" name="open-label-box">
            <a:extLst xmlns:a="http://schemas.openxmlformats.org/drawingml/2006/main">
              <a:ext uri="{FF2B5EF4-FFF2-40B4-BE49-F238E27FC236}">
                <a16:creationId xmlns:a16="http://schemas.microsoft.com/office/drawing/2014/main" id="{9B5365EE-E443-4960-989D-E53A8BB8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62075"/>
            <a:ext cx="485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9" name="open-label">
            <a:extLst xmlns:a="http://schemas.openxmlformats.org/drawingml/2006/main">
              <a:ext uri="{FF2B5EF4-FFF2-40B4-BE49-F238E27FC236}">
                <a16:creationId xmlns:a16="http://schemas.microsoft.com/office/drawing/2014/main" id="{E71F2B90-FEDA-47D5-9191-CEF2BD66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620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操作時：必要な項目だけ展開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889d447264822"/>
          <a:srcRect xmlns:a="http://schemas.openxmlformats.org/drawingml/2006/main" l="39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819275"/>
            <a:ext cx="4857750" cy="3038475"/>
          </a:xfrm>
          <a:prstGeom xmlns:a="http://schemas.openxmlformats.org/drawingml/2006/main" prst="roundRect">
            <a:avLst>
              <a:gd name="adj" fmla="val 3762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e03a8ab864c08"/>
          <a:srcRect xmlns:a="http://schemas.openxmlformats.org/drawingml/2006/main" l="39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1819275"/>
            <a:ext cx="4857750" cy="3038475"/>
          </a:xfrm>
          <a:prstGeom xmlns:a="http://schemas.openxmlformats.org/drawingml/2006/main" prst="roundRect">
            <a:avLst>
              <a:gd name="adj" fmla="val 3762"/>
            </a:avLst>
          </a:prstGeom>
        </p:spPr>
      </p:pic>
      <p:sp>
        <p:nvSpPr>
          <p:cNvPr id="12" name="ui-summary-band">
            <a:extLst xmlns:a="http://schemas.openxmlformats.org/drawingml/2006/main">
              <a:ext uri="{FF2B5EF4-FFF2-40B4-BE49-F238E27FC236}">
                <a16:creationId xmlns:a16="http://schemas.microsoft.com/office/drawing/2014/main" id="{3CCA955B-4AC2-4ABC-A289-1861C21B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0706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EAF6FF"/>
            </a:solidFill>
            <a:prstDash val="solid"/>
          </a:ln>
        </p:spPr>
      </p:sp>
      <p:sp>
        <p:nvSpPr>
          <p:cNvPr id="13" name="ui-summary">
            <a:extLst xmlns:a="http://schemas.openxmlformats.org/drawingml/2006/main">
              <a:ext uri="{FF2B5EF4-FFF2-40B4-BE49-F238E27FC236}">
                <a16:creationId xmlns:a16="http://schemas.microsoft.com/office/drawing/2014/main" id="{FAA4C9BE-E987-40F7-83F6-33ABF6B4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86375"/>
            <a:ext cx="1013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通常時はブランド写真を妨げず、必要なときだけ情報階層を表示。</a:t>
            </a:r>
          </a:p>
          <a:p xmlns:a="http://schemas.openxmlformats.org/drawingml/2006/main">
            <a:pPr algn="ctr"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「今見ているページ」と「次に進める場所」を同じメニュー内で理解できる。</a:t>
            </a:r>
          </a:p>
        </p:txBody>
      </p:sp>
    </p:spTree>
    <p:extLst>
      <p:ext uri="{BB962C8B-B14F-4D97-AF65-F5344CB8AC3E}">
        <p14:creationId xmlns:p14="http://schemas.microsoft.com/office/powerpoint/2010/main" val="108873216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30ba209d337439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36342467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7c0bb2383bd45c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17063878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27626c329894dd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42988158"/>
      </p:ext>
    </p:extLst>
  </p:cSld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1305580edc946a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712571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2026-08-07T12:46:55.8800000Z</dcterms:created>
  <dcterms:modified xsi:type="dcterms:W3CDTF">2026-08-07T12:46:55.8800000Z</dcterms:modified>
</coreProperties>
</file>